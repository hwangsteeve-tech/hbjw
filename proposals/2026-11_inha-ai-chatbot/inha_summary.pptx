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제안요약서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학생·취업지원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챗봇 서비스 고도화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인하대학교 앵커사업본부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및 사업 이해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 내용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수행 및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및 사업 이해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현황 및 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 및 추진 전략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현황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개요와 관련분야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관련분야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(생성형 AI · 교육 서비스 실적) 16년간 웹 · 교육 서비스를 구축 · 운영했고,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 제시형 Trading AI Agent · 자동 평가 MOSAIC · 교육 플랫폼 ‘모두’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경험을 본 사업에 적용함 (→ 6~10)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 / 소재지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/ 서울 성동구 뚝섬로1길 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(특급 기술자 22명), 2025년 매출 111억 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4860000"/>
          <a:ext cx="6260400" cy="282539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130200"/>
                <a:gridCol w="1017315"/>
                <a:gridCol w="10955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(근거 위치 제시형 Agent)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 AI Agent 'MOSAIC' (Judge Agent 자동 평가)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‘모두’ 유지보수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2024~25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8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 · 공공】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 RAG 챗봇 · 대학 정보서비스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7933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7933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8473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2433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Agent
운영 적용 (2026)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7933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7933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8473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2433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· 교육 서비스
업력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7933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7933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8473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억 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2433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2025년 매출
(부채비율 71.8%)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이해 및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및 사업 이해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1차 자산 승계와 4대 추진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이해 · 승계 ·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(승계 후 통합 · 고도화) 1차 취업포털 챗봇을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2주 안에 진단 · 승계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진로·취업 + 규정집 + 대학생활·시설로 넓히며, 시범 오픈 전 핵심 기능을 먼저 검증함 (→ 12~16)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93082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721610"/>
                <a:gridCol w="344322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2차년도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 + 규정집 + 대학생활·시설 (3개 에이전트 · 자동 라우팅)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RAG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· 표 구조 보존 · 유효기간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· 개인 지식공간 · 부서 권한 · 피드백 · 자동 회귀평가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4396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4396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자산 인수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4468824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4504824"/>
            <a:ext cx="41544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소스 · 지식베이스 · 운영환경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9200" y="4396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5080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5080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 · 판정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4800" y="5152824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24800" y="5188824"/>
            <a:ext cx="41544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 품질 기준선 · 재사용/개선/교체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69200" y="5080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승계 계획서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5764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5764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무중단 이관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4800" y="5836824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24800" y="5872824"/>
            <a:ext cx="41544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병행 운영 · 이력 암호화 이관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69200" y="5764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6502823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6800" y="650282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799" y="654602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근거가 보이는 답변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799" y="6790823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출처 카드 · 규정 조문 카드, 마감 · 만료 명시, 근거 없으면 소관부서 안내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240823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6800" y="724082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799" y="728402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창구, 세 에이전트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799" y="7528824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의도 자동 라우팅(정확도 90%↑), 복수 영역 결과 종합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978824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978824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799" y="802202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떨어지지 않는 품질 · 부서 직접 운영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799" y="8266824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변경 시 자동 회귀평가 · 미달 반영 보류, 부서 권한 · 피드백 배정 · 동의어 즉시 반영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 내용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안내 기능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· 품질 · 개인화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안내 기능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진로·취업 · 규정집 · 대학생활·시설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3개 영역 안내 기능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(영역마다 맞는 근거 방식) 취업은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유효 공고 · 바로가기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규정은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 · 항 · 호 조문 카드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대학생활은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공식 출처 우선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답하고, 수집은 공통 수집기에 사이트별 규칙만 더함 (→ 18~23)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SFR-02, SFR-03, SFR-04, SFR-05, SFR-06, SFR-07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3314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3130200"/>
                <a:gridCol w="203463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· 표 구조 보존 · 마감 반영, 상담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카드 + 신청 · 공지 바로가기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편·장·절·조·항·호 파싱, 부칙 · 별표 연결, 개정 이력 · 신구 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조문 카드 + ‘최종 해석은 소관부서’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대학생활·시설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인벤토리 전수 식별, 증분 재인덱싱(1일 1회↑), robots · 부하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출처 + 게시일 · 만료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4899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4899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 확장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187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동의어 · 맥락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440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4899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4899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187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키워드 + 의미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440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4899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4899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187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유효기간 · 권한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440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4899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4899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재순위화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187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5~8건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440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4899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4899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187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· 조문 카드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195146"/>
          <a:ext cx="6260400" cy="254819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라우팅 · UI (SFR-08 · 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라우팅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의도 신뢰도 → 3개 에이전트, 복수 영역 종합, 낮으면 영역 선택지 (정확도 90%↑)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콘솔에서 지식 범위 · 프롬프트 · 담당 부서 · LLM 설정 (소스 수정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· 탑재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진입점 · 위젯(스크립트 1줄) · 전체화면, 반응형 · KWCAG 2.2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운영 · 품질 · 개인화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부서 운영 체계 · 자동 품질 관리 · 개인 RAG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운영 · 품질 · 개인화 · LLM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(오픈 후에도 정확하게)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소유 · 공유 · 관리 권한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피드백 자동 배정으로 부서가 직접 고치고, 변경 때마다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 회귀평가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품질을 지키며, 본인만 쓰는 개인 지식공간을 제공함 (→ 26~32)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SFR-10, SFR-11, SFR-12, SFR-13, SFR-14, SFR-15, SFR-16, SFR-17, SFR-18, SFR-19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77461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소유(수정 · 공유 부여) · 공유(근거 활용) · 관리(인덱싱) 분리, 미공유 데이터는 검색 단계에서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 · 동의어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유형 자동 분류 → 소관부서 배정 · 기한 알림, 미검색 질의 → 동의어 후보 → 즉시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자동화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영역별 150↑, 주 1회 + 변경 시 회귀평가, 미달 시 반영 보류, 의심 답변 선별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FAQ · 금칙어 · 프롬프트 버전, 영역별 통계 · LLM 토큰 비용 · 성과 양식 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프로필 · 개인 지식공간(본인 ID 서버 필터 · AES-256) · 맞춤 추천 · 일반 답변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추상화 계층 · Multi-LLM, 온프레미스 검토 보고서(W6) · GPU 확보 시 vLLM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24061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24061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2946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69061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정확도 · 근거 정합성
(정식 오픈 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24061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24061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2946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69061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할루시네이션율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24061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24061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2946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문항↑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69061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평가셋
(영역별 150↑)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수행 및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 · 보안 · 성능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조직 · 일정 · 지원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기술 · 보안 · 성능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수행 및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서버 구성 · 성능 목표 · 보안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인프라 · 성능 ·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(공개 SW · 수치 목표 · LLM 보안) 대학 제공 서버에 공개 SW로 구성해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라이선스 추가 비용 0원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동시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300명(피크 500) · TTFT 3초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OWASP · LLM Top 10 진단을 오픈 전 완료 (→ 34~40)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ECR-02, PER-01, SER-01, SER-03, SER-04, COR-03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7279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Active-Standby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연계 (검색 · 임베딩 · 벡터 DB)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 (수평 확장)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38792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300명 이상, 피크 500명 오류율 1%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 평균 3초 · 완료 평균 15초 이내, 연간 가용성 99%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벡터 DB 포함 백업, RTO 12h · RPO 24h, LLM 장애 시 단계적 축소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654792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 · TLS 1.2+ · AES-256 · 감사 로그 1년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입출력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인젝션 · 탈옥 방어, 외부 LLM 전송 전 개인정보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키 암호화 저장, 학습 미사용 옵션, 월 과금 한도 알림 ·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GPU = 인하대 / SW = 제안사(0원) / 보안 게이트웨이 · LLM 이용료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【질의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 · 일정 · 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수행 및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13주 일정 · 수행 인력 · 지원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수행조직 · 일정 · 지원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(W9 시범 → W12 정식 → W13 검수) 자사 인력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8명 · 9.3 M/M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2027년 2월 사업연도 종료 전에 끝내고,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2주 시범운영 · AI 리터러시 교육 · 1년 무상 하자보수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지원함 (→ 41~49)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PMR-01, PMR-02, PSR-01, PSR-02, PSR-03, QUR-04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860805"/>
                <a:gridCol w="42257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요구분석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W1~2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착수보고(10일) · 수행계획서(15일) · 1차 자산 진단 · 수집 목록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W2~8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지식베이스 · UI/UX · 평가셋, 수집 · 에이전트 · 관리자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품질검증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W7~9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성능 · 보안 · AI 품질 검증, 중간보고 → 시범 오픈 게이트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W10~11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시범운영 · 피드백 반영 · 관리자 · 사용자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W12~13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· 기술이전 · 완료보고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121216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부서 담당자 방문 교육, 사용자 영상 · AI 리터러시, 국문 매뉴얼 3종 (검수 전 완료)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지식베이스 · 사전 · 평가셋 · 프롬프트 · 장애 대처 문서 + 실습, LLM 변경 영향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완료일부터 1년 무상, 1등급 1시간 응답 · 12시간 복구, 이행보증서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05643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0564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11043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50643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→ 검수 · 완료보고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05643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0564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11043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750643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시범운영
(정식 오픈 전)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05643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0564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11043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750643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800" y="8046431"/>
            <a:ext cx="6332400" cy="91840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799" y="810043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3개월 일정을 지키는 협업 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99" y="8298431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주관부서 · 콘텐츠 소관부서가 매주 같은 이슈 트래커에서 진척 · 산출물 리뷰 · 평가셋 검토 요청을 확인하고, 지연 위험은 즉시 보고하여 시범 오픈(W9)과 사업연도 종료 전 검수를 지킵니다.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