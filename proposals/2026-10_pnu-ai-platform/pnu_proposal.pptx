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1" r:id="rId89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84240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18, 50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50, 64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3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28, 29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29, 35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41, 42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 및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기반 디지털 플랫폼 전문기업) 사용자 경험 설계부터 플랫폼 구축·운영까지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한 조직 안에서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하는 역량으로 실사용 중심 업무 플랫폼을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회사 개요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3519612"/>
        </p:xfrm>
        <a:graphic>
          <a:graphicData uri="http://schemas.openxmlformats.org/drawingml/2006/table">
            <a:tbl>
              <a:tblPr firstRow="0" bandRow="0"/>
              <a:tblGrid>
                <a:gridCol w="1444707"/>
                <a:gridCol w="48156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【대표자명】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【설립연월일】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【본사 주소】 / 부산 현장 수행 거점: 부산대학교 내 발주기관 지정 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UX·UI 전략 및 디자인, 웹·모바일 플랫폼 구축, AI 서비스 기획·개발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 【 】명 (기획 【 】, UX·UI 【 】, 개발 【 】, 데이터·AI 【 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【BBB0 이상 확인서 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【GS인증·SP인증 등 보유 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32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30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연혁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6633612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963138"/>
                <a:gridCol w="5297261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【연도】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【주요 연혁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【연도】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【주요 연혁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【연도】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【주요 연혁 3】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【연도】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【주요 연혁 4】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유사사업 수행실적 및 핵심역량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(실적 기반 수행) 데이터 통합·관리 플랫폼 및 성과관리시스템 구축 경험을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본 사업의 업무 표준화·성과 연결 구조에 그대로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최근 3년 유사사업 수행실적 (데이터 통합·관리 플랫폼, 성과관리시스템)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1017315"/>
                <a:gridCol w="782550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금액(천원)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【사업명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【통합 데이터 플랫폼】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【사업명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【성과관리】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【사업명 3】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【대외 포털】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【사업명 4】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【AI·검색】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5636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[서식 6] 수행실적 총괄표 및 [서식 7] 실적증명서 첨부 (민간 실적은 계약서·세금계산서 동봉)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79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7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 핵심역량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510361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510361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UX 리서치·설계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536281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 담당자 인터뷰·현장관찰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 기반 화면설계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사용성 테스트 내재화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510361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510361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플랫폼 구축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536281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대외 포털·업무 포털 동시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반응형 웹·웹 접근성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 설정형 구조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510361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510361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데이터·AI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536281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표준·메타데이터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검색형(RAG)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연동 AI 거버넌스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2400" y="61896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2400" y="61752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경험의 본 사업 적용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6499224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【유사사업 1】 통합 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세부과제 공통 메타데이터·코드 체계 수립에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【유사사업 2】 성과지표·승인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사전·실적 검증·승인 흐름 설계 기간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【유사사업 3】 공공 포털 UX 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성과포털 정보구조·웹 접근성 품질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372920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반응형 퍼블리싱·웹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39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등급·MM은 최종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44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08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30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16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640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640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5928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0464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640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640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5928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0464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640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640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5928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04641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640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640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5928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478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442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212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176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755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719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021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985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69162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655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212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176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212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176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1973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193765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755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719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021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985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212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176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56509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52909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68430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212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176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021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985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56509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52909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755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719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374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338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831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79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406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64044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669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633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2366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09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833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833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212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13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833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833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212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13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833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833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212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13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833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833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212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13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833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833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2126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61776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8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18, 57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20, 51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21, 60, 63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17, 61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8, 9, 60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22, 62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