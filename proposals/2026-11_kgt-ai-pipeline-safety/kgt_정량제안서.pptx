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1332838" y="1555100"/>
            <a:ext cx="5077968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정량제안서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실시간 가스배관망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안전관리시스템 시범구축 용역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주식회사 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한국가스기술공사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계량평가 총괄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경영상태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계량평가 총괄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계량평가 항목 및 제출 서류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계량평가 자가 점검표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계량평가 총괄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계량평가 총괄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계량평가 항목별 제출 서류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계량평가 항목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(계량평가 5점 · 경영상태) 제안요청서 「4.다 계량평가 기준」에 따라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신용평가등급에 의한 경영상태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평가받으며, 본 사업은 고시금액 미만 소규모 계약으로 유사사업 수행실적은 평가항목에서 제외됨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8" cy="2001146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939059"/>
                <a:gridCol w="2112885"/>
                <a:gridCol w="547785"/>
                <a:gridCol w="17216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서류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755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재무구조 (신용평가등급) — 입찰공고일 이전 평가 · 유효기간 내 가장 최근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55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유사사업 수행실적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고시금액 미만 소규모 계약 — 평가항목 제외 (세부기준 제9조제8항제3호가목)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448154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446714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제출 서류 목록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791146"/>
          <a:ext cx="6260400" cy="2501848"/>
        </p:xfrm>
        <a:graphic>
          <a:graphicData uri="http://schemas.openxmlformats.org/drawingml/2006/table">
            <a:tbl>
              <a:tblPr firstRow="0" bandRow="0"/>
              <a:tblGrid>
                <a:gridCol w="547785"/>
                <a:gridCol w="3912750"/>
                <a:gridCol w="782550"/>
                <a:gridCol w="101731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서류명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계량평가 자가 점검표 [서식3]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 확인서 (입찰공고일 이전 평가 · 유효기간 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제안사 일반현황 [서식1]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 및 매출액 (최근 3년) · 재무제표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736499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국가종합전자조달시스템에서 신용평가등급 확인서가 확인되지 않으면 최저등급으로 평가 / 유효기간 만료일이 입찰공고일(2026.10.28)인 경우에도 유효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75809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800" y="75809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800" y="76349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BBB0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00" y="80309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기업신용평가등급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9600" y="75809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9600" y="75809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47600" y="76349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47600" y="80309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평점 (AAA ~ BBB0 구간)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62400" y="75809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62400" y="75809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70400" y="76349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5.00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/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0400" y="80309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계량평가 예상 점수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계량평가 총괄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계량평가 총괄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계량평가 자가 점검표 ([서식3])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계량평가 자가 점검표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(자가 점검) 제안요청서 [서식3] 양식에 따라 계량평가 항목의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평점과 근거 자료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스스로 점검해 기재함 — 근거 자료 사본 첨부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[서식3] 계량평가 자가 점검표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176661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191140"/>
                <a:gridCol w="704295"/>
                <a:gridCol w="704295"/>
                <a:gridCol w="133033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66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(신용평가 등급 확인서)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 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443061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근거 자료 사본 첨부 — 신용평가등급 확인서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【신용평가기관 · 평가일 · 유효기간】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2400" y="466101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64661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신용평가등급에 의한 경영상태 평가기준 (제안요청서 4.다)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970610"/>
          <a:ext cx="6260399" cy="2833048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408590"/>
                <a:gridCol w="1956375"/>
                <a:gridCol w="939059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기업어음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AAA, AA+, AA0, AA-, A+, A0, A-, BBB+, 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A1, A2+, A20, A2-, A3+, A30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AAA ~ 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BBB-, BB+, BB0, BB-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A3-, B+, 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BBB- ~ BB-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4.75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B+, B0, 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B+, B0, 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CCC+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CCC+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280800" y="7911658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799" y="796565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평가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799" y="8163658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입찰공고일 이전에 평가하고 유효기간 내에 있는 가장 최근 신용평가등급으로 평가하며, 가장 최근 등급이 여럿이고 서로 다르면 가장 낮은 등급으로 평가합니다.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경영상태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신용평가등급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자본금 및 매출액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기업신용평가등급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신용평가등급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(기업신용평가등급 BBB0 → 평점 5점) 입찰공고일(2026.10.28) 이전에 평가되고 유효기간 내에 있는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가장 최근의 기업신용평가등급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제출함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37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업체명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(사업자등록번호 214-88-58206)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【평가일 — 입찰공고일 이전】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【유효기간 시작일 ~ 만료일】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6840000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68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6893999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BBB0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7290000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기업신용평가등급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01000" y="6840000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01000" y="68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9000" y="6893999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/ 5점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9000" y="7290000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경영상태 평점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0800" y="7793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신용평가등급 확인서 사본을 다음에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【확인서 이미지 삽입】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800" y="8010000"/>
            <a:ext cx="6332400" cy="78973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6799" y="80639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재무 안정성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99" y="8262000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최근 3년 매출액 약 95 ~ 111억 원, 부채비율 71.8%(2025년)로 재무구조가 안정적이며, 사업 기간 동안 인력 · 장비 투입을 자체 자금으로 감당할 수 있습니다.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제안사 일반현황 ([서식1])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5387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23427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21987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543875"/>
          <a:ext cx="6260400" cy="494836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10월 (16년 7개월)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소프트웨어사업자(컴퓨터관련서비스사업 1468), 직접생산확인(정보시스템개발서비스 8111159901), 중 · 소기업 · 소상공인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 · 평가일 · 유효기간】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자본금 및 매출액 (최근 3년)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자본금 및 매출액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결산 공고된 최근 3년간 재무제표를 붙임으로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【재무제표 첨부 쪽】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