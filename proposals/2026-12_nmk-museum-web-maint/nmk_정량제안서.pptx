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정량제안서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2027년 국립박물관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대표누리집 통합 유지관리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국립중앙박물관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정량평가 총괄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경영상태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참고 자료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정량평가 총괄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정량평가 항목 및 제출 서류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정량평가 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정량평가 총괄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정량평가 항목별 제출 서류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정량평가 항목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(정량평가 5점 · 경영상태) RFP 기술성 평가기준(조달청 협상에 의한 계약 제안서평가 세부기준 별표 8 준용)에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최근년도 경영상태(신용평가등급)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평가받으며, 신용평가등급확인서와 재무 자료를 아래 순서로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155553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547785"/>
                <a:gridCol w="2504160"/>
                <a:gridCol w="21911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335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입찰공고일 이전에 평가되고 유효기간 내에 있는 가장 최근의 회사채 · 기업어음 · 기업신용평가등급 (복수 · 상이 시 가장 낮은 등급)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신용평가등급확인서, 최근 3년 재무제표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4035938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4021538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제출 서류 목록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4345538"/>
          <a:ext cx="6260400" cy="3503138"/>
        </p:xfrm>
        <a:graphic>
          <a:graphicData uri="http://schemas.openxmlformats.org/drawingml/2006/table">
            <a:tbl>
              <a:tblPr firstRow="0" bandRow="0"/>
              <a:tblGrid>
                <a:gridCol w="547785"/>
                <a:gridCol w="3912750"/>
                <a:gridCol w="782550"/>
                <a:gridCol w="10173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서류명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535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신용평가등급확인서 (입찰공고일 이전 평가 · 유효기간 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일반현황 및 연혁 [별지 제1호 서식]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35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[별지 제2호 서식] · 재무제표 결산서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 총괄표 [별지 제14호 서식] (참고)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수행실적증명서 [별지 제15호 서식] (참고)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【건수】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792067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신용평가등급확인서가 확인되지 않으면 최저등급으로 평가 / 입찰공고일 다음날 이후 발생 · 수정된 자료는 평가에서 제외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81366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81366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81906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BBB0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85866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기업신용평가등급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9600" y="81366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9600" y="81366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47600" y="81906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7600" y="85866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배점 대비 평점 (AAA ~ BBB0)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62400" y="813667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2400" y="813667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0400" y="819067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5.00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70400" y="858667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예상 평점 (배점 5점)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경영상태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신용평가등급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자본금 및 매출액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기업신용평가등급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(기업신용평가등급 BBB0 → 배점의 100%) 입찰공고일 이전에 평가되고 유효기간 내에 있는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가장 최근의 기업신용평가등급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제출함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3366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(사업자등록번호 214-88-58206)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【평가일 — 입찰공고일 이전】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【유효기간 시작일 ~ 만료일】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02400" y="5846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5832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경영상태 평가기준 (RFP, 세부기준 제9조제3항제1호)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156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08590"/>
                <a:gridCol w="1799865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기업어음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A1 ~ A30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AAA ~ BBB0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A3- ~ B0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BBB- ~ BB-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95%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B+ ~ B-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90%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CCC+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배점의 70%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6220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신용평가등급확인서 사본을 다음 쪽에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【확인서 이미지 삽입】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일반현황 및 연혁 ([별지 제1호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53875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34275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219875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43875"/>
          <a:ext cx="6260400" cy="513835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03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직접생산확인(정보시스템유지관리서비스 8111189901), 중 · 소기업 · 소상공인 확인서(공공기관 입찰용)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경영상태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경영상태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자본금 및 매출액 (최근 3년, [별지 제2호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자본금 및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 등 결산서를 붙임으로 첨부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【결산서 첨부 쪽】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참고 자료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 실적 총괄표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참고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참고 자료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수행실적 총괄표 ([별지 제14호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 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(참고 · 정량 배점 없음) RFP [별지 제14호 서식]에 따라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본 사업과 관련 · 유사한 이행완료 실적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최근 계약일 순으로 기재하고 실적증명서를 첨부함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수행실적 총괄표 (단위 백만원)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4897656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269395"/>
                <a:gridCol w="860805"/>
                <a:gridCol w="626040"/>
                <a:gridCol w="1643355"/>
                <a:gridCol w="469529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경기 컬처패스 플랫폼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운영 (2025.10~12)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86.200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 유지보수 (2025.07~12)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661.298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 사이트 운영 (2025.01~12)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5.0 운영고도화 CX 외주계약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1,235.530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운영고도화 (2025.01~12)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(주)엘지경영개발원인화원 LG Awards 시스템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 (2025.01~05)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플랫폼 유지보수 (2024.07~2025.01)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1,444.700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통합운영 플랫폼 구축 (2024.04~12)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【쪽】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 (7건)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3,701.728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5616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수행 중인 사업 제외, 최근 계약일 순(최신 먼저) / 수행실적증명서 또는 한국소프트웨어산업협회 이행실적확인서 첨부 / 공동도급은 지분 금액만 기재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7777656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8316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정량 배점과의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02965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사업의 정량평가는 경영상태(5점)만 평가하며, 수행실적 총괄표는 RFP 서식에 따른 참고 자료로 제출합니다 (정성평가 · [별지 제2호] 주요 사업실적 참고).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