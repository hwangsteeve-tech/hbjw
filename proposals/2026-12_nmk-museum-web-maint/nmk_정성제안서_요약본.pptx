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제안요약서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2027년 국립박물관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대표누리집 통합 유지관리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국립중앙박물관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및 사업 이해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시스템 운영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사업관리 ·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및 사업 이해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현황 및 실적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이해 및 목표 운영체계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현황 및 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개요와 유사사업 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유사사업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발주기관 · 같은 업무) 국립중앙박물관 교육 플랫폼을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2년간 유지관리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했고, 최근 3년간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· 유지관리 · 구축 7건(3,702백만원)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이행 완료함 (→ Ⅰ.1 ~ 3)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154125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 / 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 / 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설립 / 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4월 설립 (16년) / 임직원 129명, 6개 실 · 22개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소프트웨어사업자(1468), 직접생산확인(정보시스템유지관리서비스 8111189901), 중 · 소기업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(경영상태 배점의 100%)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4620128"/>
          <a:ext cx="6260400" cy="3275993"/>
        </p:xfrm>
        <a:graphic>
          <a:graphicData uri="http://schemas.openxmlformats.org/drawingml/2006/table">
            <a:tbl>
              <a:tblPr firstRow="0" bandRow="0"/>
              <a:tblGrid>
                <a:gridCol w="3521475"/>
                <a:gridCol w="1565100"/>
                <a:gridCol w="117382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 (최근 계약일 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금액 (백만원)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경기 컬처패스 플랫폼 운영 (2025)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㈜마이비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 (2025)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LIFE 및 그룹 홈페이지 사이트 운영 (2025)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5.0 운영고도화 CX (2025)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Awards 시스템 운영 (2025)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 (2024)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통합운영플랫폼 구축 (2024)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80041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80041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80581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4541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국립중앙박물관 유지관리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80041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80041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80581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4541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최근 3년 유사 실적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80041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80041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80581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3,702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백만원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4541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실적 합계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이해 및 목표 운영체계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현황 문제와 통합 유지관리 개선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이해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(통합 최초 사업) 13개 기관이 따로 맺던 유지관리를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하나의 SR 도구 · SLA · 보고 체계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묶어 서비스 편차를 없애는 것이 핵심임 (→ Ⅱ.1)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470096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347650"/>
                <a:gridCol w="28954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 (개별 유지관리)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유지관리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기관별 개별 계약 · 업체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단일 창구 (SPOC) · 누리집별 정/부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업체 게시판 · 이력 단절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SR 도구 · 단계별 상태 · 영구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보고 미흡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운영보고서 8개 항목 · 반기 실무자 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편차 · SLA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7개 지표 공통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수준 상이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2개월 표준 인수 · 분기 현행화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5936097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5936097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기관 채널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6008097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국립중앙박물관 총괄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6008097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13개 소속박물관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5936097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요청 ·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6414897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6414897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6486897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웹 SR 도구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3600" y="6486897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모니터링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4400" y="6486897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월간 보고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6414897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당사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6893697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6893697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유지관리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6965697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오류 · 기능개선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73600" y="6965697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콘텐츠 · 화면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4400" y="6965697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장애 대응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6893697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13개 누리집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7372497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7372497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7444497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인프라 유지관리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4000" y="7444497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한국문화정보원 IDC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7372497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합동 대응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7923297"/>
            <a:ext cx="6332400" cy="772583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799" y="797729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범위 경계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6799" y="8175297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본 사업은 누리집 응용시스템을 맡고, IDC 서버 · 상용SW · 네트워크 · 보안관제는 인프라 유지관리 사업과 역할을 나눠 합동 대응합니다.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이해 및 목표 운영체계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4대 추진전략과 2개월 통합 인수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(단일 창구 · 도구 · SLA · 공통 개선) 4대 전략으로 통합 체계를 정착시키고, 13개 누리집을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3차수 표준 인수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착수 2개월 안에 넘겨받음 (→ Ⅱ.2)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단일 창구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 SPOC, 누리집별 정/부 담당, 에스컬레이션 경로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도구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웹 SR 도구 착수 2주 개통, 13개 누리집 5분 모니터링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SLA 기반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가용률 · 장애 · SR · 보고 지표, 월간 측정 · 보고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780000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780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공통 개선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4039200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접근성 · 성능 · 보안 공통 패키지를 13개에 순차 적용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16800" y="5256000"/>
          <a:ext cx="6260399" cy="248400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408590"/>
                <a:gridCol w="2191140"/>
                <a:gridCol w="17216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차수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1 ~ 3주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누리집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4주 ~ 2월 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누리집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 2 ~ 4주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누리집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3 · 종합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316800" y="784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784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4800" y="790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800" y="829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SR 도구 개통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39600" y="784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39600" y="784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7600" y="790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47600" y="829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13개 인수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62400" y="784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62400" y="784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70400" y="790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위험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70400" y="829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시 등록 · 대응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시스템 운영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절차 · SR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장애 대응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 향상 활동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운영 절차 및 SR 체계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시스템 운영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운영 절차 · SR 도구 · 정기 보고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통합 유지관리 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(접수 → 검토 → 처리 → 확인 → 보고) 모든 요청을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필수 기능 8종을 갖춘 웹 SR 도구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처리하고, 월간 운영보고서와 반기 실무자 회의로 결과를 공유함 (→ Ⅱ.3.1 ~ 3.2)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80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4시간 내 회신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49328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9048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648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M/D · 범위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276696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6416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016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테스트 · 배포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404064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3784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384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기관 검수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31432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1152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752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월간 · 반기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3761999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1956375"/>
                <a:gridCol w="19563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회신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단순 문의 · 콘텐츠 게시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오류 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소규모 기능개선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협의된 일정 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6353999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3130200"/>
                <a:gridCol w="31302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필수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접수 · 기관별 계정 · 권한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 계정, 총괄 담당 통합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상태 · 유형 · 기한 ·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검토 → 처리중 → 완료 →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영구 보존 · 통계 · 알림 · 첨부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시 전량 이관, 메일 · 문자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장애 대응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시스템 운영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2시간 착수 · 4시간 정상화 · 합동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장애 대응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(원인 소재와 무관하게 먼저 움직임) 장애통보 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2시간(외 4시간) 착수 · 4시간(외 8시간) 정상화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지키고, 복합장애는 인프라 사업자 · IDC와 합동 대응함 (→ Ⅱ.3.3)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1619997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2152012"/>
                <a:gridCol w="2152012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근무시간 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처리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가동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비상연락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정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· 휴일 당번 · 부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4086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4086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4374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5분 모니터링 · 신고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45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4086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4086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대응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4374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응용 / 인프라 구분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45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4086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4086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합동 점검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4374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인프라 · IDC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45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4086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4086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4374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롤백 · 수정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45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4086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4086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4374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장애보고서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5166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6800" y="5166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800" y="5220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×365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800" y="5616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비상연락 체계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9600" y="5166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39600" y="5166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47600" y="5220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47600" y="5616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가용성 자동 점검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62400" y="5166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62400" y="5166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70400" y="5220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70400" y="5616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24시간 내 재발 목표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316800" y="6156000"/>
          <a:ext cx="6260400" cy="1723606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서비스 중단 · 보안 사고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 · 2시간 착수 · 4시간 정상화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예약 · 검색 · 게시판 등 주요 기능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착수 · 4시간 정상화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화면 · 콘텐츠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처리 기준 (3일 이내)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Rectangle 62"/>
          <p:cNvSpPr/>
          <p:nvPr/>
        </p:nvSpPr>
        <p:spPr>
          <a:xfrm>
            <a:off x="280800" y="7987608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6799" y="804160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원인 공방 없는 대응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799" y="8239608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원인이 응용인지 인프라인지 불분명해도 당사가 먼저 응용 계층을 점검해 결과를 공유하고, 인프라 원인이면 해당 사업자의 복구를 지원합니다.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품질 향상 활동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시스템 운영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만족도 조사 · 모니터링단 · 웹 접근성 품질마크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서비스 품질 향상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(이용자 목소리와 인증으로 품질 유지)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만족도 조사 연 1회 · 모니터링단 연 2회 · 13개 WA 품질마크 · 모바일 접근성 · DB 표준화 연 1회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연간 일정에 고정함 (→ Ⅱ.3.4)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4573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677985"/>
                <a:gridCol w="11738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만족도 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조사 · 기관별 분석 · 개선 계획 · 결과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국민 회당 10명 이상 · 유형별 조치 · 분기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 · 하반기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 품질마크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KWCAG 2.2 사전 진단 → 개선 → 신청 · 심사 대응 (수수료 기관 부담)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만료 3개월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웹접근성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진단도구 · 전문가 진단, 미흡 항목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표준화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문체부 공공기관 DB 표준화 · 공공데이터 품질관리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응답속도 · 첫 화면 · 검색 품질 점검 ·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5923328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597732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공통 개선으로 효과를 13배로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6175328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13개 누리집이 같은 JSP/Java 환경이므로 접근성 · 성능 · 보안 개선을 공통 패키지로 만들어 함께 적용합니다.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678675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67867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07475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항목 · 대상 협의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72745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678675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67867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모집 · 진단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707475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배너 · 도구 · 전문가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72745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678675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67867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707475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응답 · 과제 · 개선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72745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678675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67867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707475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기관별 · 전체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72745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678675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67867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 · 보고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707475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분기 · 운영보고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797475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6800" y="79747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4800" y="802875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4800" y="842475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WA 품질마크 유지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1000" y="797475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01000" y="79747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09000" y="802875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연 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09000" y="842475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모니터링단 (회당 10명+)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사업관리 ·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인력 · SLA · 일정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· 비상대책 · 지원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인력 · 서비스수준 · 일정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·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투입인력 · SLA 지표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수행조직 · SLA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단일 창구 + 측정 가능한 약속) 사업 총괄 · 응용SW · 퍼블리싱/디자인 인력을 원격 투입하고,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SLA 7개 지표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매월 측정 · 보고함 (→ Ⅲ.1 ~ 2, Ⅲ.5)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324753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173825"/>
                <a:gridCol w="3756239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 (PM)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SPOC · 월 1회 방문 보고 · 반기 회의, 사업 기간 중 교체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응용SW 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누리집 오류 · 기능개선 · SR · 장애 · 성능 · 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퍼블리싱/디자인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개선 · 웹표준 · 접근성 · 팝업 · 배너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(비상주)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보안 점검 · 접근성 진단 · 예비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5713538"/>
          <a:ext cx="6260400" cy="3114000"/>
        </p:xfrm>
        <a:graphic>
          <a:graphicData uri="http://schemas.openxmlformats.org/drawingml/2006/table">
            <a:tbl>
              <a:tblPr firstRow="0" bandRow="0"/>
              <a:tblGrid>
                <a:gridCol w="3130200"/>
                <a:gridCol w="31302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(제안)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가용률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【99.5】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착수 · 정상 가동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· 4시간 (외 4 · 8시간) 이내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접수 회신 · 처리 기한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95%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운영보고서 적기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89953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SLA 목표값은 SLA 체결 시 주관기관과 협의하여 확정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인력 · 서비스수준 · 일정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·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12개월 추진일정 · 마일스톤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추진일정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(첫 2개월 인수 · 이후 정례 운영) 1 ~ 2월 인수 · SR 개통을 마치고,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6개 마일스톤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품질 활동과 완료 · 인계까지 관리함 (→ Ⅲ.7)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374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017315"/>
                <a:gridCol w="383449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 승인 · 보안서약 · 비상연락망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SR 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개통 · 13개 기관 계정 ·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인수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3건 · 현황자료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상반기 결산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실무자 회의 · 모니터링단 1차 · SLA 반기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품질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만족도 조사 · 모니터링단 2차 · 접근성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완료보고서 · 인수인계 · SR 이력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68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68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68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72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월간 운영보고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68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68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68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72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반기 실무자 회의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68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68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68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72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종료 전 인계 착수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800" y="7830000"/>
            <a:ext cx="6332400" cy="78973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799" y="7883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일정 확정 원칙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99" y="8082000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만족도 조사 · 모니터링단 · 접근성 인증 일정은 착수 시 주관기관 · 13개 기관과 협의해 확정하고, 전시 개막 등 기관 일정과 겹치지 않게 조정합니다.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보안 · 비상대책 · 지원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·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보안 이행 · 비상대책 · 교육 · 기술이전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보안 · 비상대책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(기밀 보호 + 공백 없는 복구) 대표자 보안서약 · 승인 단말 · 시큐어코딩으로 보안을 지키고,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응용 백업 · 롤백 · 예비 인력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장애와 결원에 대비함 (→ Ⅳ)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64107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보안지침 준수 · 대표자 보안서약 · 비밀유지계약 · 누출금지 정보 대장 · 승인 경로 원격 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 · 보안약점 진단 · 웹쉘 모니터링 · 개인정보 접속기록 ·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 소스 · 설정 백업 · 롤백, 장애 등급별 대응, 예비 인력 1주 내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 SR · 콘텐츠 교육, 주관기관 관리자 교육, 투입인력 서비스 · 보안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구조 · 배포 · 장애 대응 · 품질 관리 노하우 매뉴얼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— 당사 직접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7107076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716107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맺음말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7359076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국립중앙박물관 플랫폼을 운영해 본 경험으로, 13개 국립박물관 누리집이 같은 품질로 국민을 맞이하도록 첫 통합 유지관리를 책임지고 정착시키겠습니다.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800481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80048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805881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45481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 취약점 목표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800481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80048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805881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 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845481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예비 인력 투입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800481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80048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805881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845481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하도급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