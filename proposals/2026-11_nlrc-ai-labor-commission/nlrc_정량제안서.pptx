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정량제안서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정량평가 총괄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경영상태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수행실적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정량평가 총괄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정량평가 항목 및 제출 서류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정량평가 총괄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정량평가 총괄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정량평가 항목별 제출 서류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정량평가 항목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(정량평가 10점) 「조달청 협상에 의한 계약 제안서평가 세부기준」에 따른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경영상태(5점) · 수행실적(5점)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평가 자료와 증빙을 아래 순서로 제출함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79318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547785"/>
                <a:gridCol w="234765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075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입찰공고일 이전 평가 · 유효기간 내 가장 최근 신용평가등급 (나라장터 조회 등급)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신용평가등급확인서, 최근 3년 재무제표 (결산서)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75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사업규모(1,135백만원) 대비 최근 3년 인공지능(AI) 및 생성형AI, 정보시스템 구축 · 개발 실적 합산 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총괄표, 유사사업 실적 [별지 4호], 수행실적증명서 · 계약서 · 세금계산서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2735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2591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서류 목록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583185"/>
          <a:ext cx="6260400" cy="2861994"/>
        </p:xfrm>
        <a:graphic>
          <a:graphicData uri="http://schemas.openxmlformats.org/drawingml/2006/table">
            <a:tbl>
              <a:tblPr firstRow="0" bandRow="0"/>
              <a:tblGrid>
                <a:gridCol w="547785"/>
                <a:gridCol w="3912750"/>
                <a:gridCol w="782550"/>
                <a:gridCol w="10173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신용평가등급확인서 (조달청 제출용)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 및 매출액 (최근 3년) [별지 3호] · 재무제표 결산서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총괄표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유사사업 실적 [별지 4호]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수행실적증명서 (발주자 발급)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【건수】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 · 세금계산서 (민간 발주 실적)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【건수】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75171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입찰공고일 다음날(2026.10.20) 이후 발생 · 수정된 자료와 입찰공고일 다음날 이후 이행완료된 실적은 평가에서 제외됨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773318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77871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작성 기준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7985185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실적은 이행완료 시점 기준으로 연도순 기재하고, 현재 수행 중인 사업과 운영 · 유지보수 사업은 기재하지 않습니다. 각 실적의 증빙 첨부 쪽을 비고란에 표시합니다.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경영상태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신용평가등급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자본금 및 매출액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기업신용평가등급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신용평가등급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(기업신용평가등급 BBB0) 입찰공고일 이전에 평가되고 유효기간 내에 있는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가장 최근의 기업신용평가등급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852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(사업자등록번호 214-88-58206)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【평가일 — 2026.10.19 이전】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【유효기간 시작일 ~ 만료일】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나라장터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【조회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33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31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경영상태 평가기준 (RFP, 세부기준 제9조제3항제1호)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642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08590"/>
                <a:gridCol w="1799865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기업어음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AAA ~ 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 ~ A30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AAA ~ 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BBB- ~ BB-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A3- ~ 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BBB- ~ BB-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95%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B+ ~ 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B+ ~ 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90%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CCC+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CCC+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신용평가등급확인서 원본 사본을 다음 쪽에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【확인서 이미지 삽입】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매출액 (최근 3년, [별지 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 등 결산서를 붙임으로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【결산서 첨부 쪽】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수행실적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수행실적 총괄표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유사사업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증빙 서류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최근 3년 사업수행실적 총괄표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수행실적 총괄표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(입찰공고일 기준 최근 3년 · 이행완료)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인공지능(AI) 및 생성형AI, 정보시스템 구축 ·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합산하며, 수행 중 사업과 운영 · 유지보수 사업은 제외함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총괄표 (단위 백만원)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4981336"/>
        </p:xfrm>
        <a:graphic>
          <a:graphicData uri="http://schemas.openxmlformats.org/drawingml/2006/table">
            <a:tbl>
              <a:tblPr firstRow="0" bandRow="0"/>
              <a:tblGrid>
                <a:gridCol w="469530"/>
                <a:gridCol w="2504160"/>
                <a:gridCol w="860805"/>
                <a:gridCol w="939060"/>
                <a:gridCol w="704295"/>
                <a:gridCol w="7825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이행완료일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생성형AI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생성형AI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3년 완료 정보시스템 구축 · 개발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【분야】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【완료일】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【260 + 추가분】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64534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계약금액은 각 실적증명서 기재 금액 기준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【부가세 포함 · 별도 기준 통일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공동도급 실적은 지분 금액만 기재 / 하도급 실적은 발주처 승인분만 기재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7861341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9153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실적 인정 범위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113341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평가기준의 '인공지능(AI) 및 생성형AI, 정보시스템 구축 · 개발' 실적으로, 민간 발주 실적은 발주자가 발급한 수행실적증명서와 계약서 · 세금계산서를 함께 첨부합니다.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유사사업 실적 (입찰공고일 기준 최근 3년, [별지 4호])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(연도순 · 이행완료 기준) RFP [별지 4호] 서식에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사업명 · 사업기간 · 계약금액 · 발주처 · 비고(개발방법론 · 증빙 쪽)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기재함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유사사업 실적 (단위 백만원)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814848"/>
        </p:xfrm>
        <a:graphic>
          <a:graphicData uri="http://schemas.openxmlformats.org/drawingml/2006/table">
            <a:tbl>
              <a:tblPr firstRow="0" bandRow="0"/>
              <a:tblGrid>
                <a:gridCol w="2425905"/>
                <a:gridCol w="1330335"/>
                <a:gridCol w="704295"/>
                <a:gridCol w="782550"/>
                <a:gridCol w="101731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【추가 구축 · 개발 실적】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14847"/>
          <a:ext cx="6260400" cy="2468808"/>
        </p:xfrm>
        <a:graphic>
          <a:graphicData uri="http://schemas.openxmlformats.org/drawingml/2006/table">
            <a:tbl>
              <a:tblPr firstRow="0" bandRow="0"/>
              <a:tblGrid>
                <a:gridCol w="62604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[별지 4호] 작성 기준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연도순 기재, 제안과제와 유사하거나 동일한 업무영역 · 사업형태만 기재, 수행 중 사업은 실적 인정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하도급은 발주처 승인분만 작성 (비고란에 원도급회사), 공동도급은 제안사 지분만 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사업별 사용 개발방법론을 비고에 기재, 실적증명첨부서류의 쪽을 비고란에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한국소프트웨어산업협회 발급 이행실적확인서 가능한 활용, 확인 불가 실적은 인정하지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실적별 증빙 서류 목록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증빙 서류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(실적마다 증빙 연결) 민간 발주 실적은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발주자 발급 수행실적증명서 + 계약서 + 세금계산서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실적 순서대로 첨부하고, 첨부 쪽을 총괄표 · [별지 4호] 비고란과 일치시킴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4743845"/>
        </p:xfrm>
        <a:graphic>
          <a:graphicData uri="http://schemas.openxmlformats.org/drawingml/2006/table">
            <a:tbl>
              <a:tblPr firstRow="0" bandRow="0"/>
              <a:tblGrid>
                <a:gridCol w="469529"/>
                <a:gridCol w="2504160"/>
                <a:gridCol w="939059"/>
                <a:gridCol w="704295"/>
                <a:gridCol w="782550"/>
                <a:gridCol w="860805"/>
              </a:tblGrid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수행실적증명서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세금계산서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M15X Ph4 차세대 제조 시스템 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M14 차세대 제조 시스템 확산 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용인 Y1(M17) 제조 DT 시스템 Ph1 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【추가 실적】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209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209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증명서 발급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469046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에스케이㈜ 실적증명서 신청 (발급 2~3일 소요)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【신청일 · 수령일】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7209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7209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기재값 일치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7469046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사업명 · 기간 · 금액을 증명서 · 계약서 · 세금계산서와 같게 기재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7209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7209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서식 차이 보완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7469046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발주자 증명서 양식이 RFP 양식과 다르면 계약서 · 세금계산서로 완료 · 금액 증빙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0800" y="8649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증빙 원본 사본은 이 쪽 다음부터 실적 번호 순서로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【스캔 이미지 삽입】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