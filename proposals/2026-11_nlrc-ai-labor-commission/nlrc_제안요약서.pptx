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및 사업 이해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 및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및 사업 이해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현황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 및 목표시스템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현황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16년간 디지털 서비스를 구축해 온 기업으로, 최근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제시형 AI Agent와 운영 중 업무 시스템 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완료함 (→ 6~10)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56812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서울 성동구 뚝섬로1길 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034128"/>
          <a:ext cx="6260399" cy="2484431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486844"/>
                <a:gridCol w="860805"/>
                <a:gridCol w="101731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차세대 제조 시스템 FAB MOS (M14 · M15X · 용인 Y1, 3건)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 · 개발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제시형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· 위치를 함께 보이는 응답 → 판정서 인용 검증 · 유사 판정서 추천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양식 초안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반복 문서 자동 작성 → 조정 · 이행강제 · 고발 · 소송 초안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무중단 확산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가동 중 시스템 고도화 → 노사마루 · 연계 단계 오픈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사업의 한계와 2차 사업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2단계) 1차 사업 결과를 확장해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조사 · 판정 · 소송 업무에 AI를 넣고 노사마루를 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사업으로 이해하며, 11개 문제를 요구사항과 1:1로 연결함 (→ 15~17)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3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04160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 (SFR-017 · 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 · 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 (PER-002 · 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한정, 직권조사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 초안, 직권조사 (SFR-018 · 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인용 오류, 참조문서 갱신 곤란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참조문서 관리 (SFR-019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 · 의견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EAI, 통계 표준화, 편의 기능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전체 수용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1차 대비 2차 사업 · 산출물 인수 · 3차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자원 · 4배 넘는 기능) GPU 80GB 7장과 기존 LLM을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7개 → 29개, 처리시간 30% 단축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달성하고, 1차 산출물을 인수해 3차 사업계획까지 이어 감 (→ 17, 22, 30, 85)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50753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원 · 12개월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원 · 10개월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80GB 7장 (국가정보자원관리원 대전센터)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환경 · 추가 H/W 없음 (VLM은 배치, 그래프는 CPU)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모델 고도화 · 동일 GPU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 · 초안 5초 · 요약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실측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·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 / 7개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/ 29개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평가셋 약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통합테스트 1,250건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산출물 인수 (착수 2주)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설계서 · 모델 · 프롬프트 · 평가셋 · 라이선스 현황 점검, 형상 기준선 등록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구분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이전 결함은 1차 하자보수, 2차 변경분은 당사 조치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연계 (CSR-001)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요구 · 성능 결과 분석 → 3차 사업계획 · 제안요청서(안) 작성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목표시스템 구성 및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GPU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나누고, 기준선 측정부터 시작하는 4대 전략으로 추진함 (→ 19~23)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강화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분석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634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6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34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40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246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473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473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4799" y="477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799" y="5022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내 1차 응답시간 · 품질 기준선 확정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547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547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799" y="551519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799" y="5760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지식그래프 · 위키가 초안 모델에 쟁점 · 법령 · 판례 공급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6800" y="6210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6800" y="6210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799" y="6253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4799" y="6498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 호출 · 결과 저장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6800" y="69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6800" y="69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4799" y="69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799" y="723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검토 · 승인 기능만 오픈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0800" y="772200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6799" y="7776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799" y="79740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 · 메뉴로 호출하고 결과는 사건정보와 함께 저장해, 조사관이 새 시스템을 따로 익히지 않아도 됩니다.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성능 · 운영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업무시스템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· 데이터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기반 업무 구조화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지식그래프 · 지식 위키 · 직권조사 계획서 · 판정서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지식 플랫폼 · 직권조사 · 판정서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판정서 · 조사보고서로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 · 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지식을 만들고, 직권조사 계획서와 판정서 검증에 함께 활용함 (→ 31~34)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(SFR-017)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 · 관계, 조사관 정의 화면, 초안 생성에 쟁점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위키 (SFR-029)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요약 · 쟁점 분류 · 법령 링크 · 유사 판정서 5건, 신규 등록 시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(SFR-018)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· 조사방법 · 필요 자료 제안, 체크리스트 대조, 표준양식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 · 법령 · 판례 인용 대조, 기준값 · 오류 유형 · 수정 권고, '검증 및 교정' 버튼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탐색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위키 · 판례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· 계획서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· 기초정보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 자동 요약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직권조사 계획
시험사례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징계 사유 · 양정 · 절차를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성능 · 운영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전처리 · 언어모델 고도화 · 문서초안 확대 · 업무지원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전처리 · 모델 · 초안 확대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업무 확장까지) VLM으로 비정형 문서 인식을 개선하고, 같은 GPU에서 모델을 고도화해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조정 · 이행강제금 · 고발 · 소송 초안과 화해 · 조정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넓힘 (→ 35~41)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265240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결과 진단, VLM 구조 분석 결과와 통합 (배치 처리로 GPU 경합 방지)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(SFR-021)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시간순 · 당사자별 경위, 하이브리드 검색 · 재순위화, 노동위원회 문장 형식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확대 (SFR-022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이행강제금 · 고발 조사보고서, 답변서 · 준비서면 · 항소이유서, 패소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조정 (SFR-025 · 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· 화해금 범위 · 권고 시점, 쟁점별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· 참조문서 (SFR-027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· 타임스탬프, 참조문서 화면 등록 · 무중단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 사건신청 지원 · 본인 사건 진행현황 자연어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확대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초안 업무
(조정 · 이행강제 · 고발 · 소송)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참조문서 반영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721244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75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73244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적용하고, 문제가 생기면 즉시 이전 모델로 되돌립니다.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업무시스템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노사마루 기능 개선 · 유관기관 연계 · 통계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노사마루 · 연계 · 통계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전자송달 대시보드 · 중복사건 검증 · 이행강제금 자동 계산과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 EAI 연계, 통계 150종 표준화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 (→ 42~48)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(SFR-003~006)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상태 대시보드 · 미열람 알림, 중복 · 유사사건 검증, 사건명 · 직권조사 실적 · 이행강제금 자동 산출, 조정 수신처 자동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— 공인노무사 자격 · 처리결과 통보 사건 · 확정 구제명령 · 노동조합 정보, 연계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 (SFR-008 · 011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표준산업분류, 계정 · 사인 관리, 미입력 알림, 공통 알림 컴포넌트, 사건별 메모, 위원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150종 전수 진단 → 150종 이내 재구축, 통계 DB 표준화, 기관평가 통계, 로데이터 조회 50종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 · 우편 (SFR-010 · 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기반 연계 (하드코딩 제거), e-그린 회수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(SFR-014~016)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 · 서류 안내 · 미입력 표시 · 개인정보 탐지, 이유서 예시 · 체크리스트,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현행화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노사누리 연계 정보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접수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· 유사 검증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전자송달 대시보드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 · 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초안 · 검증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이행강제금 자동 계산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 · 통계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· 기관평가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· 데이터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보안 · 취약점 진단 · 데이터 표준 ·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· 데이터 · 제약사항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내재화) 사건자료는 기관 밖으로 나가지 않게 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감리와 별도로 취약점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DA · DBA가 데이터 표준과 품질을 관리함 (→ 49~56)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(SER-001~005)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교육 · 적용, DB 암호화, AI 데이터 외부 이동 금지, C · S · O 등급별 처리, 보안 위반 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취약점 진단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보안약점 · 웹 취약점 · AI 지시문 주입 점검 → 조치 → 재진단, 잔여 0건 확인 후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(DAR-001~008)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 구성, 개념 · 논리 · 물리 모델, 표준사전, 업무규칙 기반 값 검증,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 (COR-001~007)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지침 체크리스트, 설계 · 종료 감리, 웹 접근성 인증마크, 전자정부 표준프레임워크, 지식재산권 공동소유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개시 시점 잔여 취약점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C·S·O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등급별 처리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보안약점 필수 항목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진단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개시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사건자료 보호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위키 · 임베딩에는 개선된 비식별화를 적용한 문서만 쓰고, 검색 단계에서 사용자 권한을 적용해 권한 밖 사건이 답변에 섞이지 않게 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테스트 · 인터페이스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30% 단축 · 대용량 첨부 처리 · 동시 사용자 100명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· 대용량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30% 이상 단축) 처리 구간별 병목을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비동기 전처리 · 검색 축소 · 서빙 최적화 · 스트리밍 · 배치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제거하고, 구간 분할 처리로 대용량 첨부의 누락을 막음 (→ 58~60)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입력 토큰 감소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 작업은 업무시간 외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6210000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기준(착수 1개월 내 동일 조건 측정)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이상, 문서 400MB · 500쪽, 음성 300MB, 구간 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· 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이내, 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테스트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관리 · 생성형 AI 통합테스트 · 연계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· 테스트 ·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판정) 단계별 품질 점검과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자체 통합테스트 1,250건 이상(10회 이상 분할)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수행하고, 연계는 기관별 최적 방식(EAI · ESB · DB 복제 · API)을 적용함 (→ 61~66)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095570"/>
                <a:gridCol w="38344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· 구조 다양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보고서 체크리스트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580000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 — 자격 · 사건 · 노동조합 정보,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무중단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API, 사건번호 기준 요청 · 결과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 및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·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지원 · 하자보수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·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10개월 일정 · 관리방법론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· 일정 ·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단일 창구 · 10개월 3회 보고회) 주사업자 소속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기반 · 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착수 · 중간 · 완료 보고회와 주간 · 월간 회의로 관리함 (→ 11~13, 68~73)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지원반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00800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008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008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보고 · 위험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243600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2436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부문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2436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단독 수행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758400"/>
          <a:ext cx="6260400" cy="394430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상세화, 응답시간 · 품질 기준선, 통계 구축 대상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모델, AI 호출 API · 연계 규격, 화면 설계 (설계감리)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· 노사마루 기능 · 통계 · 연계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통합테스트 10회 이상, 업무 통합테스트 3회 이상, 성능 · 취약점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교육 · 인수테스트 · 완료보고 (종료감리)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168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8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8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96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96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76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476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 (착수 · 중간 · 완료)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624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624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04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주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04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주간회의 ·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·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품질보증 · 시험운영 · 교육 · 하자보수 · 기밀보안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프로젝트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후에도 자체 운영 가능) 대상자별 교육과 기술이전,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검사완료일부터 12개월 무상 하자보수 · 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인원 · 문서 · 장비 · 시스템 보안대책을 제공함 (→ 75~79)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담당의 계획 · 교육 · 점검 · 시정조치 · 보고,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【품질 인증】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시범운영 → 개통 → 안정화, 결함 심각도별 조치 (긴급 4시간)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관리자 · 운영자별 교육, 관리자 · 운영자 · 사용자 매뉴얼, 기술이전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 무상, 4시간 이내 조치, 보안취약점 조치, 요소기술별 하자보수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비밀유지, 반출입 대장, 비상대책 (모델 롤백 · 배포 복구)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콘텐츠, 세미나 · 워크숍 1회 이상, 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173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227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425846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