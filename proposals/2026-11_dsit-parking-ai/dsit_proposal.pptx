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— 운영 로그 · 상태 실시간 분석, 판단 이력 통합 관제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변경신고 결과】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추진 (AI(SW) 연구개발인력 3명↑ 1점 · 5명↑ 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등 기술기업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(2014 최초)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벤처기업확인서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【지방 사업장 보유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8296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현 연구소 등록 인력 8명은 디자인 전공이라 AI(SW) 인력 인정이 어려워, 인력 점수(0~2점)는 연구원 변경신고 결과에 따름. 정책우대는 경영기획팀 회신 후 기입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12326"/>
        </p:xfrm>
        <a:graphic>
          <a:graphicData uri="http://schemas.openxmlformats.org/drawingml/2006/table">
            <a:tbl>
              <a:tblPr firstRow="0" bandRow="0"/>
              <a:tblGrid>
                <a:gridCol w="758836"/>
                <a:gridCol w="2617985"/>
                <a:gridCol w="834720"/>
                <a:gridCol w="1062370"/>
                <a:gridCol w="569127"/>
                <a:gridCol w="417360"/>
              </a:tblGrid>
              <a:tr h="40832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2026.06~2027.11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 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978326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계량 점수 산정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7212326"/>
          <a:ext cx="6260400" cy="122177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738925"/>
                <a:gridCol w="156510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7건 + AI · 데이터 3건 (10건,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4점 (5건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 및 우수성과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2건 + iF Design Award 2023 (모두)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1.5점 ~ </a:t>
                      </a: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8542101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859610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794101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분석 · 이상탐지(Trading AI · 제조 DT · MOSAIC)는 수요 · 복귀 예측에, 근거 제시형 응답은 ‘조문 근거가 붙은 감면 판단’에, 개인정보 통합데이터플랫폼(AI-IDP) 경험은 가명 처리 · 데이터 관리에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