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제조 DT 시스템(FAB MOS) — 용인 Y1 · M14 · M15X 제조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93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170326"/>
        </p:xfrm>
        <a:graphic>
          <a:graphicData uri="http://schemas.openxmlformats.org/drawingml/2006/table">
            <a:tbl>
              <a:tblPr firstRow="0" bandRow="0"/>
              <a:tblGrid>
                <a:gridCol w="758836"/>
                <a:gridCol w="2617985"/>
                <a:gridCol w="834720"/>
                <a:gridCol w="1062370"/>
                <a:gridCol w="569127"/>
                <a:gridCol w="417360"/>
              </a:tblGrid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2026.06~2027.11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 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3632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870326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+ AI · 데이터 3건 (9건,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968326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02232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220326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