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24777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3677985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860805"/>
                <a:gridCol w="1486844"/>
                <a:gridCol w="101731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0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42000"/>
          <a:ext cx="6260400" cy="160465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5465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788656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 firstRow="0" bandRow="0"/>
              <a:tblGrid>
                <a:gridCol w="558252"/>
                <a:gridCol w="1993757"/>
                <a:gridCol w="717752"/>
                <a:gridCol w="917128"/>
                <a:gridCol w="717752"/>
                <a:gridCol w="478501"/>
                <a:gridCol w="877253"/>
              </a:tblGrid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분석_선투입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비용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