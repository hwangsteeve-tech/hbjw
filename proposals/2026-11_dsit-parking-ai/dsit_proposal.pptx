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기술제안서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2112885"/>
                <a:gridCol w="25824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 주차면이 비어 있음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수요 변화 미반영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자격 · 차량정보를 사람이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→ Rule DB → 자격 연계 자동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버전 관리 · 시행일 기준 자동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[주차장 자동 공급]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수요예측 · 운영 최적화 (20점)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 (20점)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· 모빌리티 확산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8358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(설명 가능한 AI · 운영에 바로 쓰는 결과) 예측은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고도화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 수 있는 형태로 넘김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8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6800" y="33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 · 점유 · 복귀시간을 점 하나가 아닌 분위수(P10~P90)로 예측해, ‘거주자 복귀 전 90% 확률로 비는 시간’처럼 위험을 숫자로 관리하며 공급합니다.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086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4086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799" y="4129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4374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자치법규 원문을 LLM + 규칙으로 파싱해 감면 대상 · 감면율 · 조건 · 예외를 Rule DB로 만들고, 담당자 검토 후에만 운영에 반영합니다.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824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6800" y="4824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799" y="4867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799" y="5112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감면 결과에 적용 Rule · 조례 조문 · 사용 자격정보를 남겨, 민원 · 정산 대사 · 감사에 바로 답할 수 있게 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562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6800" y="5562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799" y="5605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799" y="5850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· Rule · 파이프라인을 컨테이너 · 설정 기반으로 만들고 소스 · 모델 구조 · 매뉴얼을 넘겨, 지자체 확산 시 Rule만 추가하면 되도록 합니다.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33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평가 항목별 제안 위치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16800" y="6570000"/>
          <a:ext cx="6260400" cy="2363661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547785"/>
                <a:gridCol w="3130200"/>
                <a:gridCol w="8608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기준선 우선, 2트랙 병행, CRISP-DM + 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 예측 · 생존분석 복귀 예측 · 위험 한도 공급 · 조례 범위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조례 파싱 + 결정 테이블 Rule · 마이데이터 · 최적 조합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학습 · 결과값만 보관 · LLM 개인정보 미전송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조직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80800" y="9041662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6799" y="909566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한 줄 제안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6799" y="9293662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“주차면은 예측으로 더 많이 공급하고, 감면은 조례 근거로 자동 판단한다” — 탄력주차 플랫폼의 두 핵심 업무를 AI로 내재화합니다.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46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52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시계열 이상탐지 자동화 · ML/DL 분석, 근거 위치 제시형 응답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MES AI Agent 'MOSAIC' — 운영 로그 · 상태 실시간 분석, 판단 이력 통합 관제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 (iF Design Award)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AI 연구인력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(연구소 + AI 개발 조직)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(2026년 10월 실사 완료)가 사용자 경험 · 인터랙션을 연구하고, DT개발실 · 신사업개발실의 AI · 데이터 인력이 생성형 AI Agent · 예측 모델을 개발하며, 두 조직이 함께 본 사업을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72360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939059"/>
                <a:gridCol w="1956375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【인정번호 · 인정일 — 인정서 기재】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인정서 사본 첨부 (2점)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42360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인력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57608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330335"/>
                <a:gridCol w="35214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(인터랙션실)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 (현재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경험 · 인터랙션 연구 — AI 서비스 화면 · 운영자 대시보드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(추가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 — 변경신고 결과】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SW 개발 인력 연구원 추가 등록 추진 (AI(SW) 연구개발인력 3명↑ 1점 · 5명↑ 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 · 신사업개발실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Agent · LLM 응용 · 시계열 분석 · 이상탐지 — 본 사업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69643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930432"/>
          <a:ext cx="6260400" cy="1827215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173825"/>
                <a:gridCol w="31302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 등 기술기업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(2014 최초)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벤처기업확인서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【유효기간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 · 청년대표 · 사회적경제기업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사업수행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【지방 사업장 보유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280800" y="88296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내부 검토용 (제출 전 삭제): 연구개발 조직 2점 확정(기업부설연구소). 현 연구소 등록 인력 8명은 디자인 전공이라 AI(SW) 인력 인정이 어려워, 인력 점수(0~2점)는 연구원 변경신고 결과에 따름. 정책우대는 경영기획팀 회신 후 기입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보유하며(발주기관 회신 기준 모두 관련 분야로 인정, 수행 중 건 포함), 모든 실적은 계약서 · 실적증명서로 증빙함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6" cy="3420521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347650"/>
                <a:gridCol w="939059"/>
                <a:gridCol w="939059"/>
                <a:gridCol w="626040"/>
                <a:gridCol w="469529"/>
              </a:tblGrid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제조 DT — MES AI Agent 'MOSAIC'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표준 아키텍처 구축 Ph3 (데이터 · AI 기반)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2024.07~2025.01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【국가R&amp;D · 실증】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【국가R&amp;D · 지자체 실증 · 정책연구 실적 —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【상태】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88652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계량 점수 산정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120525"/>
          <a:ext cx="6260400" cy="1413216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2738925"/>
                <a:gridCol w="15651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점수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· MOSAIC · 표준 아키텍처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【+ 추가 2건 시 5건】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3점 (3건) ~ 4점 (5건↑)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 및 우수성과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2건 + iF Design Award 등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1.5점 ~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【2점】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7641741"/>
            <a:ext cx="6332400" cy="91840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769574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실적이 본 사업에 주는 차이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7893741"/>
            <a:ext cx="6080400" cy="61240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시계열 이상탐지 · 운영 데이터 분석(Trading AI · MOSAIC)은 수요 · 복귀 예측에, 근거 위치를 함께 제시하는 응답 구조는 ‘조문 근거가 붙은 감면 판단’에, 공공 플랫폼 운영 경험은 개인정보 · 운영 이관에 그대로 적용합니다.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먼저 (M1)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2646000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탄력주차 입 · 출차 · 점유 이력의 기간 · 결측 · 주기를 진단하고 학습 가능 범위를 확정합니다. 이력이 짧은 주차장은 유사 주차장 군집 모델로 보완합니다.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3135448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313544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799" y="317864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 (M1)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423448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‘전주 같은 요일 · 시간’ 같은 단순 예측과 현행 수작업 감면 결과를 기준선으로 두고, AI가 이를 얼마나 개선하는지로 성과를 판정합니다.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912897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391289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799" y="395609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2트랙 병행 (M2~M5)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4200897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수요예측 · 최적화 트랙과 자동감면 트랙을 별도 팀으로 동시에 진행하고, 공통 데이터 · API 계층만 함께 씁니다.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690346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469034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733546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먼저 (전 기간)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4978346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학습 · 배포 · Rule 반영을 발주기관 인력이 직접 실행하는 절차로 만들고, 매월 기술 공유 세션으로 넘깁니다.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50379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737795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 · 기간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보간 · 이상치 제거, 유사 주차장 군집 학습, 외부 변수(요일 · 공휴일 · 기상 · 행사)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성능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개선율로 관리, 불확실 구간은 공급 보류(안전 측)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차량 ID · 최소 수집 · 마이데이터는 본인 동의 · 결과값만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연계 규격 확정, Mock API로 선개발, 월 단위 마일스톤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(실험이 아닌 운영 기준) 데이터 이해 → 준비 → 모델링 → 평가 → 배포의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Rule 버전을 MLOps로 관리해 재학습 · 롤백이 가능하게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504160"/>
                <a:gridCol w="242590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 (파라미터 · 지표 · 모델 버전)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코드화 · 데이터 버전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· REST API · Shadow → Canary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무중단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· 데이터 드리프트 감시 → 재학습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저하 조기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(과업 누락 0건) RFP 수행내용 2개 영역 · 12개 세부 과업을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ID로 분해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1173825"/>
                <a:gridCol w="93905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분석 · 공급 가능시간 · 공급여부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 조정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· 시간대별 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이용 · 복귀패턴 예측 · 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조례 · 규정 분석, 감면 대상 · 율 · 조건 · 예외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 구조화 · Rule DB 생성 ·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감면기준 변경 Rule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· 차량 자격정보와 Rule 연계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감면항목 자동판단 · 복수 감면 우선순위 · 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 · 최종 정산금액 산출, 오류 · 예외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 · AI 모델 구조 · 소스 · DB · API 규격 · 시험 ·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세부 과업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 완료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53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486844"/>
                <a:gridCol w="14085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면 · 입차/출차 시각 · 가명 차량 ID · 이용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【12개월↑ 권장】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 점유 상태 · 센서/정산 기록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 예측 ·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 면 · 이용 시간대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【배정 이력】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 · 결제 · 감면 적용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【6개월↑】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 · 기상 · 주변 행사 · 시설 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1998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53985"/>
          <a:ext cx="6260400" cy="34187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운영 지자체(강남구 · 성남시 · 의정부시 · 대구 시범사업 등) 중 대상 지자체 · 주차장 유형 · 수, 조례 파싱 초기 지자체 수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감면 결과를 ① 추천 · 산정까지 / ② 플랫폼 자동 반영까지 중 범위 확정 — 본 제안은 ①을 기본, ②는 API로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데이터 종류 · 기간 · 형식 · 시점(파일 · DB · API), 탄력주차 앱 · 관리자 연계 방식, TS 대상 시스템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승인 주체 · 비용 · 테스트 환경, 학습 · 운영 서버 제공 여부, 외부 LLM API 사용 · 이용료 부담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· 감면 판단 정확도 검수 기준 (Ⅵ-3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출차 · 점유 이력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변수 (공휴일 · 기상 · 행사)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처리 · 피처 저장소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 한도 · 조례 상하한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1799865"/>
                <a:gridCol w="109557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출차 시각 · 요일 패턴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시각 확률분포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시간 · 면 수 ·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 결정을 분리한 이유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 모델은 ‘얼마나 찰지’만, 최적화기는 ‘그래서 몇 면을 언제 열지’만 책임지게 나눠, 정책(위험 한도 · 요금 상하한)이 바뀌어도 모델을 다시 학습하지 않고 설정만 바꿉니다.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· 누락 이벤트 보정 (입차만 / 출차만)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973689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 · 시간대 · 공휴일 · 연휴 전후 · 학교 방학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같은 시간 점유, 4주 이동평균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 · 기온, 인근 행사 · 시설 운영시간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유형(거주자 · 공영) · 요금 · 위치 군집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시각 · 평균 외출시간 · 요일별 복귀 분포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2191140"/>
                <a:gridCol w="25824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 같은 요일 · 시간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 — 1~24시간 앞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 데이터 · 빠른 학습 · 피처 기여도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 · 장기 패턴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오차 기반 가중 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모델 대비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【15】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 · 시각 · 개인 패턴 조회 (가명)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 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점유율 P90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【70%】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보류 → 운영자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 AI 공급안을 운영자가 승인하는 모드로 시작해 승인율 · 초과 발생 건수를 확인하고, 기준을 충족한 주차장부터 자동 모드로 전환합니다. 모든 공급 결정에는 예측값 · 적용 기준이 기록됩니다.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 · 단계(예 100원 단위)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빈도 제한 (예 1일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【N회】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데이터로 요금안 효과(점유율 · 수입) 시뮬레이션 → 발주기관 승인 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적중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 개선 · 초과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【N건】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±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【10%p】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 (국가법령정보)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정보 추출 (대상 · 율 · 조건 · 예외)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Rule (조건 · 율 · 우선순위)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 (본인 동의)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시점의 Rule 버전 · 자격정보 · 결과를 함께 저장 → 언제든 재계산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 검사 (율 0~100%, 조건 누락)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감면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 firstRow="0" bandRow="0"/>
              <a:tblGrid>
                <a:gridCol w="626040"/>
                <a:gridCol w="860805"/>
                <a:gridCol w="1017315"/>
                <a:gridCol w="860805"/>
                <a:gridCol w="547785"/>
                <a:gridCol w="547785"/>
                <a:gridCol w="860805"/>
                <a:gridCol w="939059"/>
              </a:tblGrid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46000"/>
          <a:ext cx="6260399" cy="2394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048000"/>
          <a:ext cx="6260399" cy="1908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956375"/>
                <a:gridCol w="1643355"/>
                <a:gridCol w="133033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· 국가유공자 · 기초생활 등 자격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【이용기관 등록 주체】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차종(경차) · 연료(저공해) · 소유자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TS 연계 환경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【적용 범위】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 · 거주자 배정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· 시설 · 시간 조건 매칭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1565100"/>
                <a:gridCol w="1565100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이상, 승인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앱 · 웹 (이용자)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· 요금 최적화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16800" y="4823999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LLM API 또는 오픈 모델 — 추상화 계층으로 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【모델 · 비용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MLflow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2582415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【시간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895435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연계 (본인 인증 ·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 · 결과만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보안 체계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 (승인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【300ms】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품질 · 보안 (10점)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 → 가명 ID (키 분리 보관), 거주자 패턴은 집계 · 가명으로만, 개발 환경에는 가명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 자격 코드 · 유효기간만 (원문 서류 미보관), 개인정보 AES-256 · 전송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 (운영자 · 감면 담당 · 개발자), 개인정보 조회 이력 기록 · 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파싱에는 공개 법령 텍스트만 전송 — 개인정보는 LLM에 보내지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 경과 · 동의 철회 시 즉시 파기, 사업 종료 시 개발 데이터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Ⅶ-1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3599730"/>
                <a:gridCol w="10173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및 기능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구조서 · 학습 · 추론 코드 · 학습된 모델 ·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· Rule DB · 이력 DB 스키마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 명세 · 연계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실행 · 모델 배포 · Rule 편집 · 승인 · 개정 대응을 발주기관 인력이 직접 실습 (M6,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【2회】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【N개월】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하자보수 · 기술지원 (조건은 계약 협의), 모델 성능 저하 시 재학습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 ·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Ⅶ-2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프로젝트 관리 (10점)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704295"/>
                <a:gridCol w="547785"/>
                <a:gridCol w="2191140"/>
                <a:gridCol w="939059"/>
                <a:gridCol w="62604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서비스 · 공공 플랫폼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 (책임)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시계열 예측】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Ⅷ-1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425905"/>
                <a:gridCol w="469529"/>
                <a:gridCol w="469529"/>
                <a:gridCol w="469529"/>
                <a:gridCol w="469529"/>
                <a:gridCol w="469529"/>
                <a:gridCol w="46952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· 데이터 · 운영환경 분석, 연계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 · 수요 · 복귀 예측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운영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· Rule DB ·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연계 · 조합 판단 · 정산 · 예외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적용, 산출물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02175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장소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사무실 원격 수행 + 주간 · 월말 대면 보고, 운영 데이터는 발주기관 VPN 내 가명 데이터로 접근 (반출 없음)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【수행 조건 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265391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31939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일정 지연을 막는 장치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517391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 · 연계 규격이 늦어지면 합성 데이터 · Mock API로 개발을 계속하고, 수요예측 · 자동감면 두 트랙이 서로 기다리지 않도록 공통 API 규격만 M1에 먼저 고정합니다.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Ⅷ-2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