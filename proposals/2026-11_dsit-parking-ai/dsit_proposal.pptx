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24777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3677985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개발 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(인터랙션실, 2025.09 인정)가 사용자 경험 · 인터랙션을 연구하고,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서비스개발실 · DT개발실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개발 인력 32명이 AI 서비스 · 플랫폼을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860805"/>
                <a:gridCol w="1486844"/>
                <a:gridCol w="101731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54000"/>
          <a:ext cx="6260399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39127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분야 연구 — 사용자 경험 · 인터랙션,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 개발 — 서비스 · 플랫폼 · API 연계 개발 (특급 4 · 고급 4 · 중급 3 · 초급 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 · AI 서비스 개발 — 데이터 · AI Agent · 운영 시스템 (특급 2 · 고급 4 · 중급 3 · 초급 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보유하며(수행 중 사업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 firstRow="0" bandRow="0"/>
              <a:tblGrid>
                <a:gridCol w="558252"/>
                <a:gridCol w="1993757"/>
                <a:gridCol w="717752"/>
                <a:gridCol w="917128"/>
                <a:gridCol w="717752"/>
                <a:gridCol w="478501"/>
                <a:gridCol w="877253"/>
              </a:tblGrid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분석_선투입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1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비용 착수 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보안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황보정운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황보정운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