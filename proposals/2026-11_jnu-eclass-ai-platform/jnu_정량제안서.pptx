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정량제안서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지능형 플랫폼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(e클래스2.0)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전남대학교 교육혁신본부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정량평가 총괄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경영상태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참고 자료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정량평가 총괄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정량평가 항목 및 제출 서류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정량평가 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정량평가 총괄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정량평가 항목별 제출 서류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정량평가 항목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(정량평가 5점 · 경영상태) RFP [붙임1] · [붙임2]에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제안사의 신용평가 등급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평가받으며, 신용평가등급확인서와 재무 자료를 아래 순서로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55553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547785"/>
                <a:gridCol w="2504160"/>
                <a:gridCol w="21911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335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입찰공고일 이전에 평가되고 유효기간 내에 있는 가장 최근의 회사채 · 기업어음 · 기업신용평가등급 (복수 · 상이 시 가장 낮은 등급)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신용평가등급확인서, 최근 3년 재무제표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03593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02153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서류 목록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345538"/>
          <a:ext cx="6260400" cy="3407569"/>
        </p:xfrm>
        <a:graphic>
          <a:graphicData uri="http://schemas.openxmlformats.org/drawingml/2006/table">
            <a:tbl>
              <a:tblPr firstRow="0" bandRow="0"/>
              <a:tblGrid>
                <a:gridCol w="547785"/>
                <a:gridCol w="3912750"/>
                <a:gridCol w="782550"/>
                <a:gridCol w="10173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서류명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535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 (입찰공고일 이전 평가 · 유효기간 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일반현황 및 연혁 [별첨 8]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· 재무제표 결산서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실적 총괄표 [별첨 9] (참고)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수행실적증명서 · 이행실적확인서 (참고)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【건수】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782510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신용평가등급확인서가 확인되지 않으면 최저등급으로 평가 / 입찰공고일 다음날 이후 발생 · 수정된 자료는 평가에서 제외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80411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80411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80951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BBB0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84911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기업신용평가등급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9600" y="80411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9600" y="80411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47600" y="80951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A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7600" y="84911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평가등급 (AAA ~ BBB0)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2400" y="80411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2400" y="80411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0400" y="80951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5.00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0400" y="84911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예상 평점 (배점 5점)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경영상태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신용평가등급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자본금 및 매출액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기업신용평가등급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(기업신용평가등급 BBB0 → A등급 5.00점) 입찰공고일 이전에 평가되고 유효기간 내에 있는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가장 최근의 기업신용평가등급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366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(사업자등록번호 214-88-58206)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【평가일 — 입찰공고일 이전】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【유효기간 시작일 ~ 만료일】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5846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5832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신용평가 등급 세부 평가 기준 (RFP [붙임2])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156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330335"/>
                <a:gridCol w="1799865"/>
                <a:gridCol w="704295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기업어음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 ~ A30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A3- ~ 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6220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신용평가등급확인서 사본을 다음 쪽에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【확인서 이미지 삽입】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일반현황 및 연혁 ([별첨 8])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5387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3427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21987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43875"/>
          <a:ext cx="6260400" cy="4948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중소기업 · 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자본금 및 매출액 (최근 3년)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 등 결산서를 붙임으로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【결산서 첨부 쪽】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참고 자료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 실적 총괄표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참고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참고 자료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 실적 총괄표 ([별첨 9])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(참고 · 정량 배점 없음) RFP [별첨 9] 서식에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 사업과 관련 · 유사한 이행완료 실적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최근 계약일 순으로 기재하고 실적증명서를 첨부함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 실적 총괄표 (단위 백만원)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5304303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269395"/>
                <a:gridCol w="860805"/>
                <a:gridCol w="626040"/>
                <a:gridCol w="1643355"/>
                <a:gridCol w="469529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32.325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업무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운영 시스템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129.385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·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확산_FABMOS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32.853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시스템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27.440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시스템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원가선투입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1,170.490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1,999.758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86.200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25년 차세대 표준 아키텍처 구축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220.104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1,444.700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통합운영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(11건)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5,281.262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96830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수행 중인 사업 제외, 최근 계약일 순(최신 먼저) / 수행실적증명서 또는 한국소프트웨어산업협회 이행실적확인서 첨부 / 공동도급은 지분 금액만 기재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8184304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3830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정량 배점과의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36304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사업의 정량평가는 경영상태(5점)만 평가하며, 수행 실적 총괄표는 RFP [별첨 9] 서식에 따른 참고 자료로 제출합니다.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